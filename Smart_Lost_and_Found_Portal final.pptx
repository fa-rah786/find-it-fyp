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2063751" y="1701800"/>
            <a:ext cx="9211733" cy="1082675"/>
          </a:xfrm>
        </p:spPr>
        <p:txBody>
          <a:bodyPr/>
          <a:lstStyle>
            <a:lvl1pPr algn="r"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2063751" y="2927350"/>
            <a:ext cx="9218083" cy="1752600"/>
          </a:xfrm>
        </p:spPr>
        <p:txBody>
          <a:bodyPr/>
          <a:lstStyle>
            <a:lvl1pPr marL="0" indent="0" algn="r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8467" y="0"/>
            <a:ext cx="12200467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63750" y="509270"/>
            <a:ext cx="9211945" cy="1689735"/>
          </a:xfrm>
        </p:spPr>
        <p:txBody>
          <a:bodyPr/>
          <a:lstStyle/>
          <a:p>
            <a:pPr algn="ctr"/>
            <a:r>
              <a:rPr lang="en-US" sz="4400" b="1" u="sng" dirty="0">
                <a:latin typeface="Calisto MT" panose="02040603050505030304" charset="0"/>
                <a:cs typeface="Calisto MT" panose="02040603050505030304" charset="0"/>
              </a:rPr>
              <a:t>Smart Lost and Found Portal</a:t>
            </a:r>
            <a:br>
              <a:rPr lang="en-US" sz="4000" b="1" u="sng" dirty="0">
                <a:latin typeface="Calisto MT" panose="02040603050505030304" charset="0"/>
                <a:cs typeface="Calisto MT" panose="02040603050505030304" charset="0"/>
              </a:rPr>
            </a:br>
            <a:r>
              <a:rPr lang="en-US" sz="4000" b="1" u="sng" dirty="0">
                <a:latin typeface="Calisto MT" panose="02040603050505030304" charset="0"/>
                <a:cs typeface="Calisto MT" panose="02040603050505030304" charset="0"/>
              </a:rPr>
              <a:t> </a:t>
            </a:r>
            <a:r>
              <a:rPr lang="en-US" sz="4000" b="1" u="sng" dirty="0"/>
              <a:t>Final year project proposal</a:t>
            </a:r>
            <a:endParaRPr lang="en-US" sz="4000" b="1" u="sn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63750" y="2598420"/>
            <a:ext cx="9496425" cy="3884295"/>
          </a:xfrm>
        </p:spPr>
        <p:txBody>
          <a:bodyPr/>
          <a:lstStyle/>
          <a:p>
            <a:pPr algn="r"/>
            <a:r>
              <a:rPr lang="en-US" b="1" i="1" u="sng"/>
              <a:t>presented by: </a:t>
            </a:r>
            <a:endParaRPr lang="en-US"/>
          </a:p>
          <a:p>
            <a:pPr algn="r"/>
            <a:r>
              <a:rPr lang="en-US"/>
              <a:t>Farah Mudassar</a:t>
            </a:r>
            <a:endParaRPr lang="en-US"/>
          </a:p>
          <a:p>
            <a:pPr algn="r"/>
            <a:r>
              <a:rPr lang="en-US"/>
              <a:t>Umme Habiba </a:t>
            </a:r>
            <a:endParaRPr lang="en-US"/>
          </a:p>
          <a:p>
            <a:pPr algn="r"/>
            <a:r>
              <a:rPr lang="en-US"/>
              <a:t>Dania Azad</a:t>
            </a:r>
            <a:endParaRPr lang="en-US"/>
          </a:p>
          <a:p>
            <a:pPr algn="r"/>
            <a:r>
              <a:rPr lang="en-US"/>
              <a:t>Tayyaba Hanif</a:t>
            </a:r>
            <a:endParaRPr lang="en-US"/>
          </a:p>
          <a:p>
            <a:pPr algn="l"/>
            <a:r>
              <a:rPr lang="en-US" b="1"/>
              <a:t>       Supervisor:</a:t>
            </a:r>
            <a:r>
              <a:rPr lang="en-US"/>
              <a:t> Mam Aisha Latif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 u="sng"/>
              <a:t>Introduction</a:t>
            </a:r>
            <a:endParaRPr lang="en-US" b="1" u="sn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sz="2800"/>
              <a:t>The smart lost and found portal is a web based system designed for college or university campuses.</a:t>
            </a:r>
            <a:endParaRPr lang="en-US" sz="2800"/>
          </a:p>
          <a:p>
            <a:endParaRPr lang="en-US" sz="2800"/>
          </a:p>
          <a:p>
            <a:r>
              <a:rPr lang="en-US" sz="2800"/>
              <a:t>It allow students to report lost and found items and intelligently using keyword matching technique.</a:t>
            </a:r>
            <a:endParaRPr lang="en-US" sz="2800"/>
          </a:p>
          <a:p>
            <a:endParaRPr lang="en-US" sz="2800"/>
          </a:p>
          <a:p>
            <a:r>
              <a:rPr lang="en-US" sz="2800"/>
              <a:t>The portal aim to reduce manual efforts ,save time and inhance item recovery rates.</a:t>
            </a:r>
            <a:endParaRPr lang="en-US" sz="2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 u="sng"/>
              <a:t>Problem statement</a:t>
            </a:r>
            <a:endParaRPr lang="en-US" b="1" u="sn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sz="2800"/>
              <a:t>Manual lost and found processes are inefficient and time consuming.</a:t>
            </a:r>
            <a:endParaRPr lang="en-US" sz="2800"/>
          </a:p>
          <a:p>
            <a:endParaRPr lang="en-US" sz="2800"/>
          </a:p>
          <a:p>
            <a:r>
              <a:rPr lang="en-US" sz="2800"/>
              <a:t>No central digital system to track or match lost and found items.</a:t>
            </a:r>
            <a:endParaRPr lang="en-US" sz="2800"/>
          </a:p>
          <a:p>
            <a:endParaRPr lang="en-US" sz="2800"/>
          </a:p>
          <a:p>
            <a:r>
              <a:rPr lang="en-US" sz="2800"/>
              <a:t>student face difficulty comunicating with finders or reporting lost tems quickly.</a:t>
            </a:r>
            <a:endParaRPr lang="en-US" sz="2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 u="sng"/>
              <a:t>Objectives</a:t>
            </a:r>
            <a:endParaRPr lang="en-US" b="1" u="sn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sz="2800"/>
              <a:t>Develop a centralized online platform for lost and found management.</a:t>
            </a:r>
            <a:endParaRPr lang="en-US" sz="2800"/>
          </a:p>
          <a:p>
            <a:endParaRPr lang="en-US" sz="2800"/>
          </a:p>
          <a:p>
            <a:r>
              <a:rPr lang="en-US" sz="2800"/>
              <a:t>Provide efficient keyword matching technique.</a:t>
            </a:r>
            <a:endParaRPr lang="en-US" sz="2800"/>
          </a:p>
          <a:p>
            <a:endParaRPr lang="en-US" sz="2800"/>
          </a:p>
          <a:p>
            <a:r>
              <a:rPr lang="en-US" sz="2800"/>
              <a:t>Enable internal chat for secure comunication between matched users.</a:t>
            </a:r>
            <a:endParaRPr lang="en-US" sz="2800"/>
          </a:p>
          <a:p>
            <a:endParaRPr lang="en-US" sz="2800"/>
          </a:p>
          <a:p>
            <a:r>
              <a:rPr lang="en-US" sz="2800"/>
              <a:t>provide admin control for verification and moderation of posts.</a:t>
            </a:r>
            <a:endParaRPr lang="en-US" sz="2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 u="sng"/>
              <a:t>Scope and Features</a:t>
            </a:r>
            <a:endParaRPr lang="en-US" b="1" u="sn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buFont typeface="Arial" panose="020B0604020202020204" pitchFamily="34" charset="0"/>
              <a:buChar char="•"/>
            </a:pPr>
            <a:r>
              <a:rPr lang="en-US" sz="2800"/>
              <a:t>User registration and authentication.</a:t>
            </a:r>
            <a:endParaRPr lang="en-US" sz="2800"/>
          </a:p>
          <a:p>
            <a:pPr>
              <a:buFont typeface="Arial" panose="020B0604020202020204" pitchFamily="34" charset="0"/>
              <a:buChar char="•"/>
            </a:pPr>
            <a:r>
              <a:rPr lang="en-US" sz="2800"/>
              <a:t>Report lost and found items with detail.</a:t>
            </a:r>
            <a:endParaRPr lang="en-US" sz="2800"/>
          </a:p>
          <a:p>
            <a:pPr>
              <a:buFont typeface="Arial" panose="020B0604020202020204" pitchFamily="34" charset="0"/>
              <a:buChar char="•"/>
            </a:pPr>
            <a:r>
              <a:rPr lang="en-US" sz="2800"/>
              <a:t>Item matching based on text similarity , keywords.</a:t>
            </a:r>
            <a:endParaRPr lang="en-US" sz="2800"/>
          </a:p>
          <a:p>
            <a:pPr>
              <a:buFont typeface="Arial" panose="020B0604020202020204" pitchFamily="34" charset="0"/>
              <a:buChar char="•"/>
            </a:pPr>
            <a:r>
              <a:rPr lang="en-US" sz="2800"/>
              <a:t> Internal chat between chat users.</a:t>
            </a:r>
            <a:endParaRPr lang="en-US" sz="2800"/>
          </a:p>
          <a:p>
            <a:pPr>
              <a:buFont typeface="Arial" panose="020B0604020202020204" pitchFamily="34" charset="0"/>
              <a:buChar char="•"/>
            </a:pPr>
            <a:r>
              <a:rPr lang="en-US" sz="2800"/>
              <a:t>Admin dashboard for monitoring and managing data.</a:t>
            </a:r>
            <a:endParaRPr lang="en-US" sz="2800"/>
          </a:p>
          <a:p>
            <a:pPr>
              <a:buFont typeface="Arial" panose="020B0604020202020204" pitchFamily="34" charset="0"/>
              <a:buChar char="•"/>
            </a:pPr>
            <a:r>
              <a:rPr lang="en-US" sz="2800"/>
              <a:t>Optional payment or reward feature integration.</a:t>
            </a:r>
            <a:endParaRPr lang="en-US" sz="2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 u="sng"/>
              <a:t>System Architecture</a:t>
            </a:r>
            <a:endParaRPr lang="en-US" b="1" u="sn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b="1"/>
              <a:t>Frontend:</a:t>
            </a:r>
            <a:r>
              <a:rPr lang="en-US"/>
              <a:t> HTML, CSS, Javascript</a:t>
            </a:r>
            <a:endParaRPr lang="en-US"/>
          </a:p>
          <a:p>
            <a:r>
              <a:rPr lang="en-US" b="1"/>
              <a:t>Backend:  </a:t>
            </a:r>
            <a:r>
              <a:rPr lang="en-US"/>
              <a:t>Python(django framework)</a:t>
            </a:r>
            <a:endParaRPr lang="en-US"/>
          </a:p>
          <a:p>
            <a:r>
              <a:rPr lang="en-US" b="1"/>
              <a:t>Database: </a:t>
            </a:r>
            <a:r>
              <a:rPr lang="en-US"/>
              <a:t>Mysql</a:t>
            </a:r>
            <a:endParaRPr lang="en-US"/>
          </a:p>
          <a:p>
            <a:r>
              <a:rPr lang="en-US" b="1"/>
              <a:t>Development Tools:</a:t>
            </a:r>
            <a:r>
              <a:rPr lang="en-US"/>
              <a:t> VS code , Github</a:t>
            </a:r>
            <a:endParaRPr lang="en-US"/>
          </a:p>
          <a:p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 u="sng"/>
              <a:t>Mthodology / Workflow</a:t>
            </a:r>
            <a:endParaRPr lang="en-US" b="1" u="sn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User registers and logs in to the portal.</a:t>
            </a:r>
            <a:endParaRPr lang="en-US"/>
          </a:p>
          <a:p>
            <a:r>
              <a:rPr lang="en-US"/>
              <a:t>Report a lost and found item with detail.</a:t>
            </a:r>
            <a:endParaRPr lang="en-US"/>
          </a:p>
          <a:p>
            <a:r>
              <a:rPr lang="en-US"/>
              <a:t>Matching criteria calculates similarity with existing items.</a:t>
            </a:r>
            <a:endParaRPr lang="en-US"/>
          </a:p>
          <a:p>
            <a:r>
              <a:rPr lang="en-US"/>
              <a:t>If matched both users can chat securly.</a:t>
            </a:r>
            <a:endParaRPr lang="en-US"/>
          </a:p>
          <a:p>
            <a:r>
              <a:rPr lang="en-US"/>
              <a:t>Admin verifies and monitors the activities.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 u="sng"/>
              <a:t>Expected outcomes</a:t>
            </a:r>
            <a:endParaRPr lang="en-US" b="1" u="sn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Report lost and found items digitally and everyone will have a digital platform for item reporting.</a:t>
            </a:r>
            <a:endParaRPr lang="en-US"/>
          </a:p>
          <a:p>
            <a:r>
              <a:rPr lang="en-US"/>
              <a:t>Automatically get matched with related reports.</a:t>
            </a:r>
            <a:endParaRPr lang="en-US"/>
          </a:p>
          <a:p>
            <a:r>
              <a:rPr lang="en-US"/>
              <a:t>Improved comunication between users with internal chat features.</a:t>
            </a:r>
            <a:endParaRPr lang="en-US"/>
          </a:p>
          <a:p>
            <a:r>
              <a:rPr lang="en-US"/>
              <a:t>potential for expentions to larger campuses or organizations.</a:t>
            </a: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 u="sng"/>
              <a:t>Conclusion</a:t>
            </a:r>
            <a:endParaRPr lang="en-US" b="1" u="sn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The smart lost and found portal enhances campus management with its problem solving nature.</a:t>
            </a:r>
            <a:endParaRPr lang="en-US"/>
          </a:p>
          <a:p>
            <a:r>
              <a:rPr lang="en-US"/>
              <a:t>It minimize manual efforts, improve efficiency, and ensure better item recovery.</a:t>
            </a:r>
            <a:endParaRPr lang="en-US"/>
          </a:p>
          <a:p>
            <a:pPr marL="0" indent="0">
              <a:buNone/>
            </a:pPr>
            <a:r>
              <a:rPr lang="en-US"/>
              <a:t>   In future we can innovate it by using AI based matching.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ear Drives">
  <a:themeElements>
    <a:clrScheme name="Gear Dri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5F5F5F"/>
      </a:accent1>
      <a:accent2>
        <a:srgbClr val="969696"/>
      </a:accent2>
      <a:accent3>
        <a:srgbClr val="FFFFFF"/>
      </a:accent3>
      <a:accent4>
        <a:srgbClr val="000000"/>
      </a:accent4>
      <a:accent5>
        <a:srgbClr val="B6B6B6"/>
      </a:accent5>
      <a:accent6>
        <a:srgbClr val="878787"/>
      </a:accent6>
      <a:hlink>
        <a:srgbClr val="CC3300"/>
      </a:hlink>
      <a:folHlink>
        <a:srgbClr val="996600"/>
      </a:folHlink>
    </a:clrScheme>
    <a:fontScheme name="Gear Dri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Gear Dri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5F5F5F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B6B6B6"/>
        </a:accent5>
        <a:accent6>
          <a:srgbClr val="87878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2111</Words>
  <Application>WPS Presentation</Application>
  <PresentationFormat>Widescreen</PresentationFormat>
  <Paragraphs>74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Arial</vt:lpstr>
      <vt:lpstr>SimSun</vt:lpstr>
      <vt:lpstr>Wingdings</vt:lpstr>
      <vt:lpstr>Calisto MT</vt:lpstr>
      <vt:lpstr>Microsoft YaHei</vt:lpstr>
      <vt:lpstr>Arial Unicode MS</vt:lpstr>
      <vt:lpstr>Calibri</vt:lpstr>
      <vt:lpstr>Gear Drives</vt:lpstr>
      <vt:lpstr>Smart Lost and Found Portal  Final year project proposal</vt:lpstr>
      <vt:lpstr>Introduction</vt:lpstr>
      <vt:lpstr>Problem statement</vt:lpstr>
      <vt:lpstr>Objectives</vt:lpstr>
      <vt:lpstr>Scope and Features</vt:lpstr>
      <vt:lpstr>System Architecture</vt:lpstr>
      <vt:lpstr>Mthodology / Workflow</vt:lpstr>
      <vt:lpstr>Expected outcomes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Lost and Found Portal  Final year project proposal</dc:title>
  <dc:creator/>
  <cp:lastModifiedBy>farah mudassar</cp:lastModifiedBy>
  <cp:revision>7</cp:revision>
  <dcterms:created xsi:type="dcterms:W3CDTF">2025-10-20T02:26:00Z</dcterms:created>
  <dcterms:modified xsi:type="dcterms:W3CDTF">2025-10-31T05:31:24Z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A25D1DCCEDF746A3B56D37D769A5D24E_13</vt:lpwstr>
  </property>
  <property fmtid="{D5CDD505-2E9C-101B-9397-08002B2CF9AE}" pid="3" name="KSOProductBuildVer">
    <vt:lpwstr>1033-12.2.0.21931</vt:lpwstr>
  </property>
</Properties>
</file>